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DBMS: The Data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Data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framework to describe data, relationships, and constraints</a:t>
            </a:r>
          </a:p>
          <a:p>
            <a:r>
              <a:t>• Defines data structure, operations, and rules</a:t>
            </a:r>
          </a:p>
          <a:p>
            <a:r>
              <a:t>• Essential for database design and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Relational Model</a:t>
            </a:r>
          </a:p>
          <a:p>
            <a:r>
              <a:t>• Entity–Relationship (ER) Model</a:t>
            </a:r>
          </a:p>
          <a:p>
            <a:r>
              <a:t>• Object-Based Model</a:t>
            </a:r>
          </a:p>
          <a:p>
            <a:r>
              <a:t>• Semi-Structured / NoSQL Models</a:t>
            </a:r>
          </a:p>
          <a:p>
            <a:r>
              <a:t>• Network &amp; Hierarchical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Three-Schema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Conceptual Level</a:t>
            </a:r>
          </a:p>
          <a:p>
            <a:r>
              <a:t>• High-level design</a:t>
            </a:r>
          </a:p>
          <a:p>
            <a:r>
              <a:t>• ER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3716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Logical Level</a:t>
            </a:r>
          </a:p>
          <a:p>
            <a:r>
              <a:t>• Tables, attributes, keys</a:t>
            </a:r>
          </a:p>
          <a:p>
            <a:r>
              <a:t>• DBMS-specific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7432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Physical Level</a:t>
            </a:r>
          </a:p>
          <a:p>
            <a:r>
              <a:t>• Storage</a:t>
            </a:r>
          </a:p>
          <a:p>
            <a:r>
              <a:t>• Indexes</a:t>
            </a:r>
          </a:p>
          <a:p>
            <a:r>
              <a:t>• File structures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74720" y="182880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017520" y="2286000"/>
            <a:ext cx="45720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stored in tables (relations)</a:t>
            </a:r>
          </a:p>
          <a:p>
            <a:r>
              <a:t>• Rows = tuples</a:t>
            </a:r>
          </a:p>
          <a:p>
            <a:r>
              <a:t>• Columns = attributes</a:t>
            </a:r>
          </a:p>
          <a:p>
            <a:r>
              <a:t>• Keys define relationships</a:t>
            </a:r>
          </a:p>
          <a:p>
            <a:r>
              <a:t>• SQL used for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Relational Model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StudentID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DeptID (FK)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Entity–Relationship (ER)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Entity: object with attributes</a:t>
            </a:r>
          </a:p>
          <a:p>
            <a:r>
              <a:t>• Relationship: associations between entities</a:t>
            </a:r>
          </a:p>
          <a:p>
            <a:r>
              <a:t>• Graphical design tool for conceptual modeling</a:t>
            </a:r>
          </a:p>
          <a:p>
            <a:r>
              <a:t>• Used before creating relational schema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ER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Entity: STUDENT</a:t>
            </a:r>
          </a:p>
          <a:p>
            <a:r>
              <a:t>• StudentID</a:t>
            </a:r>
          </a:p>
          <a:p>
            <a:r>
              <a:t>• Name</a:t>
            </a:r>
          </a:p>
          <a:p>
            <a:r>
              <a:t>• 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Entity: DEPARTMENT</a:t>
            </a:r>
          </a:p>
          <a:p>
            <a:r>
              <a:t>• DeptID</a:t>
            </a:r>
          </a:p>
          <a:p>
            <a:r>
              <a:t>• DeptName</a:t>
            </a:r>
          </a:p>
        </p:txBody>
      </p:sp>
      <p:sp>
        <p:nvSpPr>
          <p:cNvPr id="5" name="Diamond 4"/>
          <p:cNvSpPr/>
          <p:nvPr/>
        </p:nvSpPr>
        <p:spPr>
          <a:xfrm>
            <a:off x="3200400" y="1645920"/>
            <a:ext cx="1097280" cy="109728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BelongsTo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8288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97680" y="18288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Semi-Structured / NoSQL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Document model (JSON)</a:t>
            </a:r>
          </a:p>
          <a:p>
            <a:r>
              <a:t>• Key-value stores</a:t>
            </a:r>
          </a:p>
          <a:p>
            <a:r>
              <a:t>• Column-family stores</a:t>
            </a:r>
          </a:p>
          <a:p>
            <a:r>
              <a:t>• Graph databases</a:t>
            </a:r>
          </a:p>
          <a:p>
            <a:r>
              <a:t>• Schema-flexible and scalable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models define how data is structured and manipulated</a:t>
            </a:r>
          </a:p>
          <a:p>
            <a:r>
              <a:t>• Types include relational, ER, object-oriented, and NoSQL models</a:t>
            </a:r>
          </a:p>
          <a:p>
            <a:r>
              <a:t>• Models include data structures, operations, and constraints</a:t>
            </a:r>
          </a:p>
          <a:p>
            <a:r>
              <a:t>• Foundation for database design and DBMS functionality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265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DBMS: The Data Model</vt:lpstr>
      <vt:lpstr>What Is a Data Model?</vt:lpstr>
      <vt:lpstr>Types of Data Models</vt:lpstr>
      <vt:lpstr>Diagram: Three-Schema Architecture</vt:lpstr>
      <vt:lpstr>Relational Model</vt:lpstr>
      <vt:lpstr>Diagram: Relational Model Table</vt:lpstr>
      <vt:lpstr>Entity–Relationship (ER) Model</vt:lpstr>
      <vt:lpstr>Diagram: ER Model</vt:lpstr>
      <vt:lpstr>Semi-Structured / NoSQL Models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DBMS: The Data Model</dc:title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2025-12-11T03:47:15Z</dcterms:modified>
  <cp:category/>
</cp:coreProperties>
</file>