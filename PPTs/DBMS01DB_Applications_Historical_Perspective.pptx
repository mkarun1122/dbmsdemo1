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System Applications:</a:t>
            </a:r>
          </a:p>
          <a:p>
            <a:r>
              <a:t>A Historical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overview of the evolution of database systems from the 1950s to today.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Early File-Based Systems</a:t>
            </a:r>
          </a:p>
          <a:p>
            <a:r>
              <a:t>• Hierarchical &amp; Network Databases</a:t>
            </a:r>
          </a:p>
          <a:p>
            <a:r>
              <a:t>• Relational Era</a:t>
            </a:r>
          </a:p>
          <a:p>
            <a:r>
              <a:t>• Web &amp; Big Data (NoSQL)</a:t>
            </a:r>
          </a:p>
          <a:p>
            <a:r>
              <a:t>• Modern Data Ecosystem</a:t>
            </a:r>
          </a:p>
          <a:p>
            <a:r>
              <a:t>• Future Trends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File-Based Systems (1950s–1960s)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Flat files (sequential, indexed)</a:t>
            </a:r>
          </a:p>
          <a:p>
            <a:r>
              <a:t>• High redundancy</a:t>
            </a:r>
          </a:p>
          <a:p>
            <a:r>
              <a:t>• Tight coupling of data &amp; applications</a:t>
            </a:r>
          </a:p>
          <a:p>
            <a:r>
              <a:t>• No concurrency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(File-Based Era)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Payroll systems</a:t>
            </a:r>
          </a:p>
          <a:p>
            <a:r>
              <a:t>• Inventory tracking</a:t>
            </a:r>
          </a:p>
          <a:p>
            <a:r>
              <a:t>• Accounting</a:t>
            </a:r>
          </a:p>
          <a:p>
            <a:r>
              <a:t>• Basic business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Hierarchical &amp; Network Databases (1960s–1970s)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IBM IMS (hierarchical)</a:t>
            </a:r>
          </a:p>
          <a:p>
            <a:r>
              <a:t>• CODASYL network model</a:t>
            </a:r>
          </a:p>
          <a:p>
            <a:r>
              <a:t>• Pointer-based navigation</a:t>
            </a:r>
          </a:p>
          <a:p>
            <a:r>
              <a:t>• Suited for stable, predictable data structures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Relational Database Era (1970s–1990s)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Codd’s relational model</a:t>
            </a:r>
          </a:p>
          <a:p>
            <a:r>
              <a:t>• SQL standardization</a:t>
            </a:r>
          </a:p>
          <a:p>
            <a:r>
              <a:t>• Data independence</a:t>
            </a:r>
          </a:p>
          <a:p>
            <a:r>
              <a:t>• ACID properties</a:t>
            </a:r>
          </a:p>
          <a:p>
            <a:r>
              <a:t>• Widespread enterprise adoption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RDBMS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Oracle</a:t>
            </a:r>
          </a:p>
          <a:p>
            <a:r>
              <a:t>• IBM DB2</a:t>
            </a:r>
          </a:p>
          <a:p>
            <a:r>
              <a:t>• Microsoft SQL Server</a:t>
            </a:r>
          </a:p>
          <a:p>
            <a:r>
              <a:t>• PostgreSQL</a:t>
            </a:r>
          </a:p>
          <a:p>
            <a:r>
              <a:t>• MySQL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NoSQL &amp; Big Data Era (2000s–2010s)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Need for scalability &amp; unstructured data</a:t>
            </a:r>
          </a:p>
          <a:p>
            <a:r>
              <a:t>• Key-value, document, column-family, graph DBs</a:t>
            </a:r>
          </a:p>
          <a:p>
            <a:r>
              <a:t>• BASE vs ACID tradeoffs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(NoSQL Era)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Social media platforms</a:t>
            </a:r>
          </a:p>
          <a:p>
            <a:r>
              <a:t>• Search engines</a:t>
            </a:r>
          </a:p>
          <a:p>
            <a:r>
              <a:t>• IoT data ingestion</a:t>
            </a:r>
          </a:p>
          <a:p>
            <a:r>
              <a:t>• Real-time personalization</a:t>
            </a:r>
          </a:p>
          <a:p>
            <a:r>
              <a:t>• Massive-scale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Data Ecosystem (2010s–Present)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Cloud-managed databases</a:t>
            </a:r>
          </a:p>
          <a:p>
            <a:r>
              <a:t>• NewSQL systems</a:t>
            </a:r>
          </a:p>
          <a:p>
            <a:r>
              <a:t>• Data lakes &amp; lakehouses</a:t>
            </a:r>
          </a:p>
          <a:p>
            <a:r>
              <a:t>• Vector databases for AI</a:t>
            </a:r>
          </a:p>
          <a:p>
            <a:r>
              <a:t>• Streaming platforms (Kafka, Flink)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Autonomous/self-tuning databases</a:t>
            </a:r>
          </a:p>
          <a:p>
            <a:r>
              <a:t>• AI-integrated semantic querying</a:t>
            </a:r>
          </a:p>
          <a:p>
            <a:r>
              <a:t>• Privacy-preserving computation</a:t>
            </a:r>
          </a:p>
          <a:p>
            <a:r>
              <a:t>• Global distributed transactional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systems evolved from simple files to relational engines, to NoSQL</a:t>
            </a:r>
          </a:p>
          <a:p>
            <a:r>
              <a:t>distributed systems, and now to intelligent cloud-based and AI-integrated</a:t>
            </a:r>
          </a:p>
          <a:p>
            <a:r>
              <a:t>platforms.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