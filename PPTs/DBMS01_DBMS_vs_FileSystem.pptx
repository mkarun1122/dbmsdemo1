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DBMS: File Systems versus a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Slide Deck with Diagram and Comparison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Difference?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Systems store raw data in files</a:t>
            </a:r>
          </a:p>
          <a:p>
            <a:r>
              <a:t>• A DBMS manages data using structured models like tables</a:t>
            </a:r>
          </a:p>
          <a:p>
            <a:r>
              <a:t>• DBMS provides querying, security, concurrency, and integrity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System: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data in flat files</a:t>
            </a:r>
          </a:p>
          <a:p>
            <a:r>
              <a:t>• No standard query language</a:t>
            </a:r>
          </a:p>
          <a:p>
            <a:r>
              <a:t>• Limited security and concurrency</a:t>
            </a:r>
          </a:p>
          <a:p>
            <a:r>
              <a:t>• Applications must handle all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data in structured tables</a:t>
            </a:r>
          </a:p>
          <a:p>
            <a:r>
              <a:t>• Uses SQL for powerful querying</a:t>
            </a:r>
          </a:p>
          <a:p>
            <a:r>
              <a:t>• Enforces ACID transactions</a:t>
            </a:r>
          </a:p>
          <a:p>
            <a:r>
              <a:t>• Built-in security, backups,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File System vs DBMS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File System</a:t>
            </a:r>
          </a:p>
          <a:p>
            <a:r>
              <a:t>• Application manages structure</a:t>
            </a:r>
          </a:p>
          <a:p>
            <a:r>
              <a:t>• No ACID</a:t>
            </a:r>
          </a:p>
          <a:p>
            <a:r>
              <a:t>• No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DBMS</a:t>
            </a:r>
          </a:p>
          <a:p>
            <a:r>
              <a:t>• Schema + Tables</a:t>
            </a:r>
          </a:p>
          <a:p>
            <a:r>
              <a:t>• ACID Transactions</a:t>
            </a:r>
          </a:p>
          <a:p>
            <a:r>
              <a:t>• SQL Query Engine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File System vs DBMS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Tables / Schema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Querying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Redundancy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(Normalization)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(Transaction control)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Fine-grained roles + permissions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Backup/Recovery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Built-in constraints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systems provide basic data storage</a:t>
            </a:r>
          </a:p>
          <a:p>
            <a:r>
              <a:t>• DBMS provides structured, secure, consistent data management</a:t>
            </a:r>
          </a:p>
          <a:p>
            <a:r>
              <a:t>• DBMS supports indexing, transactions, backups, integrity</a:t>
            </a:r>
          </a:p>
          <a:p>
            <a:r>
              <a:t>• Modern applications rely heavily on DBMS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