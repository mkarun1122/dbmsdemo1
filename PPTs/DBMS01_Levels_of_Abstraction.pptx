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DBMS: Levels of Abstraction in a DBMS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neat diagrams and detailed explanations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Abstraction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External Level (View Level)</a:t>
            </a:r>
          </a:p>
          <a:p>
            <a:r>
              <a:t>• Conceptual Level (Logical Level)</a:t>
            </a:r>
          </a:p>
          <a:p>
            <a:r>
              <a:t>• Internal Level (Physical Level)</a:t>
            </a:r>
          </a:p>
          <a:p>
            <a:r>
              <a:t>• Data Independence</a:t>
            </a:r>
          </a:p>
          <a:p>
            <a:r>
              <a:t>• Need for multi-level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Level (View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Highest level of abstraction</a:t>
            </a:r>
          </a:p>
          <a:p>
            <a:r>
              <a:t>• Contains user-specific and application-specific views</a:t>
            </a:r>
          </a:p>
          <a:p>
            <a:r>
              <a:t>• Hides internal and conceptual details</a:t>
            </a:r>
          </a:p>
          <a:p>
            <a:r>
              <a:t>• Ensures security by restricting access</a:t>
            </a:r>
          </a:p>
          <a:p>
            <a:r>
              <a:t>• Multiple external views can exist simultaneously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Level (Logical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Describes entire database structure logically</a:t>
            </a:r>
          </a:p>
          <a:p>
            <a:r>
              <a:t>• Defines entities, attributes, relationships</a:t>
            </a:r>
          </a:p>
          <a:p>
            <a:r>
              <a:t>• Contains schemas, constraints, and keys</a:t>
            </a:r>
          </a:p>
          <a:p>
            <a:r>
              <a:t>• Independent of physical storage</a:t>
            </a:r>
          </a:p>
          <a:p>
            <a:r>
              <a:t>• Forms the core database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Level (Physical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Lowest level of abstraction</a:t>
            </a:r>
          </a:p>
          <a:p>
            <a:r>
              <a:t>• Describes how data is physically stored</a:t>
            </a:r>
          </a:p>
          <a:p>
            <a:r>
              <a:t>• Includes file structures, indexes, hashing, B-trees</a:t>
            </a:r>
          </a:p>
          <a:p>
            <a:r>
              <a:t>• Deals with blocks, pages, compression, access paths</a:t>
            </a:r>
          </a:p>
          <a:p>
            <a:r>
              <a:t>• Optimized for performance &amp; storage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Three Levels of Abstraction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6858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EXTERNAL LEVEL</a:t>
            </a:r>
          </a:p>
          <a:p>
            <a:r>
              <a:t>(User Views / Application Views)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CONCEPTUAL LEVEL</a:t>
            </a:r>
          </a:p>
          <a:p>
            <a:r>
              <a:t>(Logical Schema: Entities, Relationships, Constraints)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6858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INTERNAL LEVEL</a:t>
            </a:r>
          </a:p>
          <a:p>
            <a:r>
              <a:t>(Physical Storage: Files, Indexes, Pages)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22860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36576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Ability to change one level without affecting others</a:t>
            </a:r>
          </a:p>
          <a:p/>
          <a:p>
            <a:r>
              <a:t>Two Types:</a:t>
            </a:r>
          </a:p>
          <a:p>
            <a:r>
              <a:t>1. Physical Data Independence</a:t>
            </a:r>
          </a:p>
          <a:p>
            <a:r>
              <a:t>   – Internal storage changes do not affect the conceptual schema</a:t>
            </a:r>
          </a:p>
          <a:p>
            <a:r>
              <a:t>2. Logical Data Independence</a:t>
            </a:r>
          </a:p>
          <a:p>
            <a:r>
              <a:t>   – Conceptual schema changes do not affect external 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Types of Data Independence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Logical Schema</a:t>
            </a:r>
          </a:p>
          <a:p>
            <a:r>
              <a:t>(Conceptual Level)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Internal Schema</a:t>
            </a:r>
          </a:p>
          <a:p>
            <a:r>
              <a:t>(Storage Level)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926080"/>
            <a:ext cx="3657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External Schemas</a:t>
            </a:r>
          </a:p>
          <a:p>
            <a:r>
              <a:t>(User Views)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1828800"/>
            <a:ext cx="45720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114800" y="1828800"/>
            <a:ext cx="45720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DBMS uses three abstraction levels: External, Conceptual, Internal</a:t>
            </a:r>
          </a:p>
          <a:p>
            <a:r>
              <a:t>• Each layer hides details from the one above it</a:t>
            </a:r>
          </a:p>
          <a:p>
            <a:r>
              <a:t>• Provides security, simplicity, and flexibility</a:t>
            </a:r>
          </a:p>
          <a:p>
            <a:r>
              <a:t>• Logical and physical data independence reduce application impact</a:t>
            </a:r>
          </a:p>
          <a:p>
            <a:r>
              <a:t>• This architecture is essential for modern DBMS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